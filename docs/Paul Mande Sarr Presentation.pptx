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0179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" y="0"/>
            <a:ext cx="4389121" cy="406908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82880" y="35204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UNLOCKING CONTINENTAL POTENTIAL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914400" y="3977640"/>
            <a:ext cx="256032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82880" y="4069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Web 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54880" y="6400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AfriTalent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4754880" y="210312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Auteurs : </a:t>
            </a:r>
            <a:r>
              <a:rPr lang="en-US" sz="14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 Mande Sarr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754880" y="2633472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: </a:t>
            </a:r>
            <a:r>
              <a:rPr lang="en-US" sz="1400" b="1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IAGE 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754880" y="3163824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: </a:t>
            </a:r>
            <a:r>
              <a:rPr lang="en-US" sz="14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 2026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54880" y="3694176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: </a:t>
            </a:r>
            <a:r>
              <a:rPr lang="fr-FR" sz="1400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https://sarr921.github.io/Paul_Mande_Sarr_AfriTalent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spd="med">
        <p15:prstTrans prst="prestige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Projet 2026 — Paul Mande Sarr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65760" y="10515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07899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17373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176479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 &amp; palette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" y="24231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4400" y="245059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site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65760" y="31089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4400" y="313639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: JS &amp; CSS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65760" y="37947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14400" y="382219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846320" y="10515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632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394960" y="107899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Déploiement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846320" y="17373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394960" y="176479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846320" y="24231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394960" y="245059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utilisées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846320" y="31089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394960" y="313639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846320" y="37947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394960" y="382219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 du Projet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Projet 2026 — Paul Mande Sarr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0040" y="105156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1430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5087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est une plateforme web fictive. Elle met en relation des freelances africains et des entreprises à la recherche de talents numériques qualifiés.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" y="2606040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6974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30632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Pratiquer HTML5, CSS3, JavaScript ES6 et Bootstrap 5. Appliquer le responsive design et déployer un site complet sur GitHub Pages en 10 commits structurés.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0" y="105156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0" y="10515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Pages HTML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035040" y="1984248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0" y="1984248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Freelances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35040" y="2916936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0" y="2916936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Commits GitHub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035040" y="3849624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de Design — Palette &amp; Polices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4630" y="4937760"/>
            <a:ext cx="9144000" cy="2011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Projet  2026 — Paul Mande Sarr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Palette de couleurs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0040" y="141732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1A1A2E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313639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0040" y="341071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· Titres · Header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039112" y="141732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C9A84C"/>
          </a:solidFill>
          <a:ln w="10160">
            <a:solidFill>
              <a:srgbClr val="C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39112" y="285292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039112" y="313639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039112" y="341071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Boutons · Accents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758184" y="141732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C9A84C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65499" y="285292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758184" y="313639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/ Gold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758184" y="341071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· Highlights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477256" y="141732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0D0D1A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77256" y="285292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77256" y="313639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Navy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77256" y="341071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sombre · Dark mode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196328" y="141732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F5F5F0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96328" y="285292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196328" y="313639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Crème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196328" y="341071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clair · Sections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65760" y="3858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Typographie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65760" y="42062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Cambria</a:t>
            </a: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Titres et en-têtes. Élégante, lisible, professionnelle.
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</a:t>
            </a: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Corps de texte. Neutre, moderne, très lisible.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486400" y="38587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5486400" y="42062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de Design — Pages du Site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Projet  2026 — Paul Mande Sarr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0515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1612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🏠  Accueil (index.html)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6184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Header, Hero, catégories, comment ca Marche, témoignages, CTA, Footer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0" y="11612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👥  Freelances (freelances.html)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37760" y="16184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9 profils, barre de filtre dynamique, JS sans rechargement.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297180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30815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💶  Tarifs (tarifs.html)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353872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plans tarifaires + FAQ accordéon Bootstrap.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297180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0" y="30815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ℹ️  À Propos (about.html)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937760" y="353872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histoire, Équipe, valeurs, chiffres clés.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4320" y="320040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33101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✉️  Contact (contact.html)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376732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validé JS, carte Google Maps, coordonnées.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Site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Projet  2026 — Paul Mande Sarr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10058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Arborescence des fichiers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1371600"/>
            <a:ext cx="4114800" cy="3383280"/>
          </a:xfrm>
          <a:prstGeom prst="roundRect">
            <a:avLst>
              <a:gd name="adj" fmla="val 2703"/>
            </a:avLst>
          </a:prstGeom>
          <a:solidFill>
            <a:srgbClr val="0D0D1A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481328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 AfriTalent/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index.html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freelances.html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tarifs.html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about.html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contact.html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 css/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📄  style.css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 js/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📄  main.js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 im/   (images)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 docs/  (PowerPoint)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README.md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.gitignore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84632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 de navigation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46320" y="13716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040880" y="13716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4088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freelances.html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846320" y="242316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24231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tarifs.html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040880" y="242316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40880" y="24231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about.html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846320" y="34747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B22222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0" y="3474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contact.html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46320" y="4480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Navbar commune Bootstrap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Techniques — JavaScript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Projet 2026 — Paul Mande Sarr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: js/main.js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2801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0D0D1A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Dark Mode + localStorage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17373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toggle = document.getElementById('darkToggle');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toggle.addEventListener('click', ()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document.body.classList.toggle('dark');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localStorage.setItem('theme',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document.body.classList.contains('dark')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'dark' : 'light');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54880" y="12801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0D0D1A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Compteurs animés (IntersectionObserver)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92040" y="17373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observer = new IntersectionObserver(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(entries)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entries.forEach(entry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if (entry.isIntersecting)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animateCounter(entry.target);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observer.unobserve(entry.target);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{ threshold: 0.5 });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309067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A1A2E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31363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Filtrage Freelances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11480" y="34107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#filter → querySelectorAll('.freelancer') → display block/none selon classe CSS.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54880" y="309067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A1A2E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92040" y="31363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Validation Formulaire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92040" y="34107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email /^[^\s@]+@[^\s@]+\.[^\s@]+$/ · champs requis · message min 20 car.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74320" y="384048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A1A2E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38862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Navbar au scroll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11480" y="4160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window.addEventListener('scroll') → classList.add('scrolled') à 60px.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754880" y="384048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A1A2E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92040" y="38862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Fade-in au scroll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92040" y="4160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 sur .fade-in → ajout classe .visible pour animation CSS.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Techniques — CSS Avancé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Projet  2026 — Paul Mande Sarr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05156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0D0D1A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1430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CSS (Custom Properties)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1536192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--color-primary:   #1B6B72;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--color-accent:    #E8621A;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--color-gold:      #D4A017;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--font-title:      'Cambria', serif;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--font-body:       'Calibri', sans-serif;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--border-radius:   12px;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--shadow:          0 4px 16px rgba(0,0,0,.1);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0D0D1A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0" y="11430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CSS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92040" y="1536192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body.dark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var(--color-dark);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#F3F4F6;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body.dark .navbar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#0F1A22 !important;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body.dark .card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#1E2D3D;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border-color: #374151;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320040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32552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Fade-in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11480" y="35295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.fade-in { opacity: 0; transform: translateY(20px); transition: .6s;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.fade-in.visible { opacity: 1; transform: none; }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754880" y="320040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92040" y="32552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Media Queries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92040" y="35295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768px) { .hero-title { font-size: 1.8rem; } .bento-grid { grid-template-columns: 1fr; } }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4320" y="402336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1480" y="40782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Effects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11480" y="43525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.card:hover { transform: translateY(-5px); box-shadow: 0 8px 25px rgba(0,0,0,.15); transition: .3s; }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754880" y="402336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92040" y="40782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Scrolled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892040" y="43525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0D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.navbar.scrolled { background: rgba(27,107,114,.97) !important; box-shadow: 0 2px 12px rgba(0,0,0,.2); }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Techniques — Bootstrap 5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Projet  2026 — Paul Mande Sarr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utilisé : bootstrap@5.3.3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325880"/>
            <a:ext cx="274320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32688" y="1417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Responsive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" y="1984248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navbar-expand-lg · navbar-toggler · data-bs-toggle='collapse' → menu hamburger sur mobile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1325880"/>
            <a:ext cx="274320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10128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🃏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858768" y="1417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Bootstrap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10128" y="1984248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· card-body · card-img-top · shadow-sm → profils freelances, tarifs, équipe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26480" y="1325880"/>
            <a:ext cx="274320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36208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🔽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784848" y="1417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Accordéon FAQ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36208" y="1984248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accordion · accordion-item · collapse · data-bs-parent → FAQ tarifs.html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74320" y="3063240"/>
            <a:ext cx="274320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4048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32688" y="3154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Responsive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84048" y="3721608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col-12 / col-md-6 / col-lg-4 → adaptation automatique mobile/tablette/desktop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200400" y="3063240"/>
            <a:ext cx="274320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310128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3858768" y="3154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&amp; Boutons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310128" y="3721608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bg-warning · btn btn-primary · btn-outline-light → plan Pro, CTA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126480" y="3063240"/>
            <a:ext cx="274320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236208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🎠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6784848" y="3154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236208" y="3721608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 · carousel-item · data-bs-ride='carousel' → témoignages accueil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&amp; Déploiement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Projet 2026 — Paul Mande Sarr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7432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Historique des 10 commits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1371600"/>
            <a:ext cx="5029200" cy="3383280"/>
          </a:xfrm>
          <a:prstGeom prst="roundRect">
            <a:avLst>
              <a:gd name="adj" fmla="val 2703"/>
            </a:avLst>
          </a:prstGeom>
          <a:solidFill>
            <a:srgbClr val="0D0D1A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527048"/>
            <a:ext cx="164592" cy="16459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5087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Init :  creation du depots arborescence des fichers et structure HTML de base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842516"/>
            <a:ext cx="164592" cy="16459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18242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HTML : structure complete des 5 pages avec section et contenu de texte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2157984"/>
            <a:ext cx="164592" cy="16459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213969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CSS : variables, typographie, layout general et styles de base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2473452"/>
            <a:ext cx="164592" cy="16459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245516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CSS : Bento Grid, Hero, et categories effects effets hover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2788920"/>
            <a:ext cx="164592" cy="16459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2770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CSS : responsive design, media queries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3104388"/>
            <a:ext cx="164592" cy="16459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30861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JS : Dark mode + navbar dynamique au scroll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3419856"/>
            <a:ext cx="164592" cy="16459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34015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JS : compteurs animés au scroll et animations + fade-in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" y="3735324"/>
            <a:ext cx="164592" cy="16459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371703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JS : filtrage dynamique des freelances + validation de formulaire de contact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4050792"/>
            <a:ext cx="164592" cy="16459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1520" y="40325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Finalisation : corrections responsive, optimization du code et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4366260"/>
            <a:ext cx="164592" cy="164592"/>
          </a:xfrm>
          <a:prstGeom prst="ellipse">
            <a:avLst/>
          </a:prstGeom>
          <a:solidFill>
            <a:srgbClr val="C9A84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1520" y="434797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Déploiement : GitHub Pages active, README finalise et presentation </a:t>
            </a:r>
            <a:r>
              <a:rPr lang="en-US" sz="1000" b="1" dirty="0" err="1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577840" y="100584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0D0D1A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60720" y="1097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Pages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5760720" y="15087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Pages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Deploy from a branch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: main  /  Folder : / (root)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https://username.github.io/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Sarr-Paul-AfriTalent/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577840" y="315468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0D0D1A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760720" y="32461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Git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5760720" y="3639312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"message"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C5A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Difficultés Rencontrées &amp; Solutions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Projet  2026 — Paul Mande Sarr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0515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📱  Responsive Design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Problème : Les cartes freelances se chevauchaient sur tablette (768px).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208483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 : Ajout systématique de col-md-6 col-lg-4 sur chaque carte et test sur 3 breakpoints.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10515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🌙  Dark Mode persistant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937760" y="15544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Problème : Le thème Dark ne persistait pas lors du changement de page.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937760" y="208483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 : Lecture de localStorage au chargement : if (localStorage.getItem('theme') === 'dark') document.body.classList.add('dark').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74320" y="292608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3017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🔢  Compteurs IntersectionObserver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34290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Problème : Les compteurs se relançaient à chaque scroll dès que l'élément repassait dans le viewport.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395935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 : Ajout de observer.unobserve(entry.target) juste après l'appel à animateCounter().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754880" y="292608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37760" y="3017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Validation Formulaire JS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937760" y="34290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Problème : La regex email acceptait des formats invalides (ex : test@test).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937760" y="395935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 : Remplacement par /^[^\s@]+@[^\s@]+\.[^\s@]+$/ qui exige un domaine complet.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Ressources &amp; Documentation Utilisées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Projet  2026 — Paul Mande Sarr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05156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143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CSS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152704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5.3.3 — getbootstrap.com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Icons 1.11.3 — icons.getbootstrap.com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105156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37560" y="1143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37560" y="152704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— developer.mozilla.org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 API — MDN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API — MDN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26480" y="105156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63640" y="1143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Outils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63640" y="152704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 — fonts.google.com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Coolors.co — générateur de palette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— éditeur de code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288036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29718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&amp; Déploiement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11480" y="335584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github.com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— pages.github.com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git-scm.com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0" y="288036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37560" y="29718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Test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337560" y="335584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Validator — validator.w3.org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DevTools (Responsive)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Embed API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126480" y="288036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63640" y="29718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263640" y="335584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: générées ou libres de droits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: création custom AfriTalent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textuel : fictif BTS SIO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 Live du Site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Projet  2026 — Paul Mande Sarr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🌐  Lien GitHub Pages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5760" y="150876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0D0D1A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r>
              <a:rPr lang="fr-F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https://sarr921.github.io/Paul_Mande_Sarr_AfriTalent/</a:t>
            </a:r>
          </a:p>
          <a:p>
            <a:br>
              <a:rPr lang="fr-FR" b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fr-FR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1508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22402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de démonstration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" y="2651760"/>
            <a:ext cx="8412480" cy="274320"/>
          </a:xfrm>
          <a:prstGeom prst="roundRect">
            <a:avLst>
              <a:gd name="adj" fmla="val 16667"/>
            </a:avLst>
          </a:prstGeom>
          <a:solidFill>
            <a:srgbClr val="0D0D1A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Accueil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194560" y="2651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section, carousel témoignages, stats animées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2967228"/>
            <a:ext cx="8412480" cy="274320"/>
          </a:xfrm>
          <a:prstGeom prst="roundRect">
            <a:avLst>
              <a:gd name="adj" fmla="val 16667"/>
            </a:avLst>
          </a:prstGeom>
          <a:solidFill>
            <a:srgbClr val="1A1A2E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29672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Freelances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194560" y="29672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JavaScript : Web / Design / Marketing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3282696"/>
            <a:ext cx="8412480" cy="274320"/>
          </a:xfrm>
          <a:prstGeom prst="roundRect">
            <a:avLst>
              <a:gd name="adj" fmla="val 16667"/>
            </a:avLst>
          </a:prstGeom>
          <a:solidFill>
            <a:srgbClr val="0D0D1A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32826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Tarifs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194560" y="328269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Accordéon FAQ Bootstrap, 3 plans tarifaires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65760" y="3598164"/>
            <a:ext cx="8412480" cy="274320"/>
          </a:xfrm>
          <a:prstGeom prst="roundRect">
            <a:avLst>
              <a:gd name="adj" fmla="val 16667"/>
            </a:avLst>
          </a:prstGeom>
          <a:solidFill>
            <a:srgbClr val="1A1A2E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35981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À Propos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194560" y="35981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 animés IntersectionObserver, équipe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65760" y="3913632"/>
            <a:ext cx="8412480" cy="274320"/>
          </a:xfrm>
          <a:prstGeom prst="roundRect">
            <a:avLst>
              <a:gd name="adj" fmla="val 16667"/>
            </a:avLst>
          </a:prstGeom>
          <a:solidFill>
            <a:srgbClr val="0D0D1A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39136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Contact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2194560" y="39136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JS du formulaire, carte Google Maps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65760" y="4229100"/>
            <a:ext cx="8412480" cy="274320"/>
          </a:xfrm>
          <a:prstGeom prst="roundRect">
            <a:avLst>
              <a:gd name="adj" fmla="val 16667"/>
            </a:avLst>
          </a:prstGeom>
          <a:solidFill>
            <a:srgbClr val="1A1A2E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42291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Dark Mode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2194560" y="42291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persistant via localStorage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65760" y="4544568"/>
            <a:ext cx="8412480" cy="274320"/>
          </a:xfrm>
          <a:prstGeom prst="roundRect">
            <a:avLst>
              <a:gd name="adj" fmla="val 16667"/>
            </a:avLst>
          </a:prstGeom>
          <a:solidFill>
            <a:srgbClr val="0D0D1A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45445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Responsive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2194560" y="45445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mobile 375px, tablette 768px, desktop 1200px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— Projet  2026 — Paul Mande Sarr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00584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du projet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1481328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nous a permis de maîtriser l'ensemble de la chaîne de développement web : conception, développement, tests et déploiement, dans un cadre professionnel avec 10 commits Git structurés.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4320" y="26060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Compétences acquises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84048" y="3017520"/>
            <a:ext cx="164592" cy="16459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29900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sémantique — structure propre et validée W3C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84048" y="3364992"/>
            <a:ext cx="164592" cy="16459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3337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avancé — variables, grid, animations, dark mode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84048" y="3712464"/>
            <a:ext cx="164592" cy="16459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" y="36850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ES6 — DOM, events, IntersectionObserver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84048" y="4059936"/>
            <a:ext cx="164592" cy="16459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" y="403250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— grille, composants, responsive design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84048" y="4407408"/>
            <a:ext cx="164592" cy="164592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437997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0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versioning 10 commits + déploiement Pages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760720" y="1005840"/>
            <a:ext cx="3108960" cy="3794760"/>
          </a:xfrm>
          <a:prstGeom prst="roundRect">
            <a:avLst>
              <a:gd name="adj" fmla="val 3529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11430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d'amélioration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583680" y="1901952"/>
            <a:ext cx="1463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52160" y="2057400"/>
            <a:ext cx="28346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Messagerie freelance/client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Multilangue (FR / EN)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1A"/>
          </a:solidFill>
          <a:ln w="12700">
            <a:solidFill>
              <a:srgbClr val="0D0D1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0" y="5486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!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4846320" y="1554480"/>
            <a:ext cx="3291840" cy="54864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0" y="169164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
</a:t>
            </a: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de Freelances Africains
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Paul Mande Sarr  ·  L1 IAGE ·  2026
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contact@afritalent.com  |  +221 76 433 75 37  |  Dakar, Sénégal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1784</Words>
  <Application>Microsoft Office PowerPoint</Application>
  <PresentationFormat>Affichage à l'écran (16:9)</PresentationFormat>
  <Paragraphs>294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</vt:lpstr>
      <vt:lpstr>Consolas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 - Présentation du Projet</dc:title>
  <dc:subject>PptxGenJS Presentation</dc:subject>
  <dc:creator>PptxGenJS</dc:creator>
  <cp:lastModifiedBy>Prof</cp:lastModifiedBy>
  <cp:revision>15</cp:revision>
  <dcterms:created xsi:type="dcterms:W3CDTF">2026-06-14T15:12:56Z</dcterms:created>
  <dcterms:modified xsi:type="dcterms:W3CDTF">2026-06-24T10:53:15Z</dcterms:modified>
</cp:coreProperties>
</file>