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FF6B3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pic>
        <p:nvPicPr>
          <p:cNvPr id="4" name="Image 0" descr="/home/claude/afritalent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228600"/>
            <a:ext cx="182880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Freelances × Entreprises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74720" y="320040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S2 — HTML · CSS · Bootstrap · JavaScript · Git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Nom · Votre Classe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 du projet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7556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7556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Palette &amp; Typographie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5054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50545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 — 5 pages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2552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25526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 &amp; CSS avancé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0050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050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utilisés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005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Commits &amp; déploiement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755648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0328" y="17556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17556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505456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25054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50545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&amp; documentation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255264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0328" y="32552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325526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4005072"/>
            <a:ext cx="4160520" cy="594360"/>
          </a:xfrm>
          <a:prstGeom prst="roundRect">
            <a:avLst>
              <a:gd name="adj" fmla="val 184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10328" y="40050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40050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 du projet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en Afrique connaît une croissance explosive.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plus en plus de développeurs, designers et créateurs de contenu cherchent une plateforme fiable.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est la solution : une plateforme fictive de mise en relation entre freelances tech et entreprises.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A305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162763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72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&amp; accessibilité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208483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(Flexbox, Grid, Bento)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254203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487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(grille, composants)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299923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944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(DOM, events)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345643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401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91363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858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présentation orale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&amp; Typographie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87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#0F1629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sombre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87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#FF6B35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999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principale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14173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487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743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#00C896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999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14173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487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743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#1E3A5F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999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40880" y="14173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8FA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487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Off-white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743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999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493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(Google Fonts) — Sérif expressif pour les H1/H2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(Google Fonts) — Sans-serif lisible et moderne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justifiés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serif/sans-serif, lisibilité sur mobile, tendances 2026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 — 5 pages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65760" y="15270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stats, services, témoignages, CTA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15270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847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filtrable, 9+ profils en cartes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15270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1847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 + FAQ accordion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081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Équipe, valeurs, chiffres clés Bento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6517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3081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3401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JS + Google Maps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65176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310896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NOM-Prenom-AfriTalent/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index.html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freelances.html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tarifs.html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about.html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contact.html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css/style.css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js/main.js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images/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docs/*.pptx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README.md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 Vanilla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9728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5544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544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localStorage.setItem('theme', 'dark')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body.classList.toggle('dark-mode')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331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persistant entre pages via localStorage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65192" y="109728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124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65192" y="15544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15544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IntersectionObserver((entries)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animateCounter(el, 0, target)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2331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+ requestAnimationFrame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10896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136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356616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5661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cards.forEach(c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c.style.display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cat==='all'||c.dataset.cat===cat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'block':'none'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343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instantané sans rechargement de page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97180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65192" y="310896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136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65192" y="356616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5056632" y="35661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emailRegex = /^[^\s@]+@[^\s@]+\.[^\s@]+$/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if(!emailRegex.test(email)) showError()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65192" y="4343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email, longueur min. 20 char, messages visuels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2852928" cy="347472"/>
          </a:xfrm>
          <a:prstGeom prst="roundRect">
            <a:avLst>
              <a:gd name="adj" fmla="val 31579"/>
            </a:avLst>
          </a:prstGeom>
          <a:solidFill>
            <a:srgbClr val="1A305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Navbar dynamique au scroll (fond + ombre)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0128" y="4663440"/>
            <a:ext cx="2852928" cy="347472"/>
          </a:xfrm>
          <a:prstGeom prst="roundRect">
            <a:avLst>
              <a:gd name="adj" fmla="val 31579"/>
            </a:avLst>
          </a:prstGeom>
          <a:solidFill>
            <a:srgbClr val="1A305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47288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Bouton « Retour en haut » (smooth scroll)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54496" y="4663440"/>
            <a:ext cx="2852928" cy="347472"/>
          </a:xfrm>
          <a:prstGeom prst="roundRect">
            <a:avLst>
              <a:gd name="adj" fmla="val 31579"/>
            </a:avLst>
          </a:prstGeom>
          <a:solidFill>
            <a:srgbClr val="1A305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91656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Animations fade-in (IntersectionObserver)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&amp; CSS Avancé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utilisés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36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(navbar-expand, sticky-top)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(col-12/md-6/lg-4)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042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(profils freelances, tarifs)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883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(témoignages)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7238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(FAQ tarifs)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(confirmation/inscription)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404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(plan Populaire)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245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&amp; CTA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1A305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58191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536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variables CSS dans :root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96596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920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(CSS Grid asymétrique)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35000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3042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@keyframes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73405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6883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hover (ombre, scale)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1181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07238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(375/768/1200px)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50215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456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importées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88620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38404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:hover, :focus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427024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42245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structurées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Historique des commits &amp; Déploiement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8755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98755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0607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arborescence et structure HTML de 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7647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83794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5420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61518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3192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339242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hover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9651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40965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416966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 mobile/tablette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73168" y="98755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82896" y="98755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31536" y="10607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localStorage, navbar scroll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73168" y="176479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82896" y="17647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31536" y="183794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animés, fade-in sections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73168" y="254203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82896" y="25420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31536" y="261518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freelances, validation formulaire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331927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82896" y="33192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31536" y="339242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corrections, commentaires, W3C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73168" y="4096512"/>
            <a:ext cx="4224528" cy="658368"/>
          </a:xfrm>
          <a:prstGeom prst="roundRect">
            <a:avLst>
              <a:gd name="adj" fmla="val 16667"/>
            </a:avLst>
          </a:prstGeom>
          <a:solidFill>
            <a:srgbClr val="1E4D2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82896" y="40965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31536" y="416966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+ README + PPTX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8412480" cy="201168"/>
          </a:xfrm>
          <a:prstGeom prst="roundRect">
            <a:avLst>
              <a:gd name="adj" fmla="val 54545"/>
            </a:avLst>
          </a:prstGeom>
          <a:solidFill>
            <a:srgbClr val="0B3A1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GitHub Pages actif · Dépôt public : NOM-Prenom-AfriTalent · README complet avec screenshot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&amp;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216152"/>
          </a:xfrm>
          <a:prstGeom prst="roundRect">
            <a:avLst>
              <a:gd name="adj" fmla="val 902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1 — Bento Grid asymétrique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72768" y="138988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disposition où les cartes ont des tailles différentes en CSS Grid, tout en restant responsive.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099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572768" y="170992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grid-column: span 2 et grid-row: span 2 sur certaines cartes, combiné avec auto-fill et minmax() dans les media queries pour adapter la grille.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216152"/>
          </a:xfrm>
          <a:prstGeom prst="roundRect">
            <a:avLst>
              <a:gd name="adj" fmla="val 902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59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2 — Persistance du Dark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15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72768" y="271576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thème Dark/Light ne se conservait pas lors de la navigation entre les différentes pages du site.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358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72768" y="303580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localStorage au chargement de chaque page (DOMContentLoaded) pour appliquer immédiatement la classe dark-mode sur le body avant l'affichage, évitant le flash de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1216152"/>
          </a:xfrm>
          <a:prstGeom prst="roundRect">
            <a:avLst>
              <a:gd name="adj" fmla="val 902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6850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3 — Validation de formulaire multi-champs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572768" y="404164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des messages d'erreur ciblés sous chaque champ tout en gérant la soumission et l'état de succès.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3616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572768" y="436168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d'une fonction validateField() générique retournant un booléen, appelée sur chaque champ à la soumission et en temps réel (événement input) pour un retour visuel immédiat.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4224528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07899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techniques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(HTML, CSS, JS)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Documentation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— tutoriels pratiques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(Flexbox, Grid guides)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3168" y="987552"/>
            <a:ext cx="4224528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7899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Assets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56048" y="1508760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(Playfair Display, Inter)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56048" y="1828800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/ Font Awesome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56048" y="2148840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&amp; Pexels (images libres)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56048" y="2468880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(palette de couleurs)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4224528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0352" y="30906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Déploiement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(validation HTML)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Documentation officielle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14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 (Pages, README)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(responsive test)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73168" y="2999232"/>
            <a:ext cx="4224528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30906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design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56048" y="35204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6" name="Text 34"/>
          <p:cNvSpPr/>
          <p:nvPr/>
        </p:nvSpPr>
        <p:spPr>
          <a:xfrm>
            <a:off x="5138928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 (tendances 2026)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56048" y="384048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 (UI/UX références)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56048" y="416052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0" name="Text 38"/>
          <p:cNvSpPr/>
          <p:nvPr/>
        </p:nvSpPr>
        <p:spPr>
          <a:xfrm>
            <a:off x="5138928" y="4114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Behance (portfolios web)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956048" y="44805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2" name="Text 40"/>
          <p:cNvSpPr/>
          <p:nvPr/>
        </p:nvSpPr>
        <p:spPr>
          <a:xfrm>
            <a:off x="5138928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inspirations (Twitter/X)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 site AfriTalent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07208"/>
            <a:ext cx="201168" cy="2011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responsive entre les 5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19272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20440"/>
            <a:ext cx="201168" cy="2011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192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Dark Mode (persistance localStorage)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32504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233672"/>
            <a:ext cx="201168" cy="2011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325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au scroll (section Hero &amp; About)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6060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5257800" y="2807208"/>
            <a:ext cx="201168" cy="2011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des freelances par catégorie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3319272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5257800" y="3520440"/>
            <a:ext cx="201168" cy="2011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33192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complète du formulaire de contact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4032504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4233672"/>
            <a:ext cx="201168" cy="2011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40325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site accessible en ligne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2560320"/>
          </a:xfrm>
          <a:prstGeom prst="roundRect">
            <a:avLst>
              <a:gd name="adj" fmla="val 4286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workflow HTML → CSS → JS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665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multi-pages cohérente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mobile-first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712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 avec commits progressifs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146304" cy="146304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73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 et validation W3C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7840" y="114300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1A305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1234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15000" y="170992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1664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/ Express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21122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réelle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15000" y="251460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d'authentification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15000" y="291693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8712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paiement (Stripe)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331927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735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React Native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0C2A1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pic>
        <p:nvPicPr>
          <p:cNvPr id="29" name="Image 0" descr="/home/claude/afritalent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913632"/>
            <a:ext cx="1645920" cy="9144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286000" y="4023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 Questions bienvenues.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Présentation Projet S2</dc:title>
  <dc:subject>PptxGenJS Presentation</dc:subject>
  <dc:creator>Étudiant AfriTalent</dc:creator>
  <cp:lastModifiedBy>Étudiant AfriTalent</cp:lastModifiedBy>
  <cp:revision>1</cp:revision>
  <dcterms:created xsi:type="dcterms:W3CDTF">2026-06-14T14:24:09Z</dcterms:created>
  <dcterms:modified xsi:type="dcterms:W3CDTF">2026-06-14T14:24:09Z</dcterms:modified>
</cp:coreProperties>
</file>